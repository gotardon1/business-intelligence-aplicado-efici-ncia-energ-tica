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63" r:id="rId2"/>
    <p:sldId id="257" r:id="rId3"/>
    <p:sldId id="265" r:id="rId4"/>
    <p:sldId id="256" r:id="rId5"/>
    <p:sldId id="266" r:id="rId6"/>
    <p:sldId id="261" r:id="rId7"/>
    <p:sldId id="259" r:id="rId8"/>
    <p:sldId id="260" r:id="rId9"/>
    <p:sldId id="262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6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33" autoAdjust="0"/>
  </p:normalViewPr>
  <p:slideViewPr>
    <p:cSldViewPr snapToGrid="0">
      <p:cViewPr varScale="1">
        <p:scale>
          <a:sx n="81" d="100"/>
          <a:sy n="81" d="100"/>
        </p:scale>
        <p:origin x="20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ricio Correa de Souza" userId="9357c98ed9a73f6f" providerId="LiveId" clId="{08054F41-F485-4642-AC5F-35D5BB4CEFEE}"/>
    <pc:docChg chg="undo custSel addSld delSld modSld sldOrd">
      <pc:chgData name="Fabricio Correa de Souza" userId="9357c98ed9a73f6f" providerId="LiveId" clId="{08054F41-F485-4642-AC5F-35D5BB4CEFEE}" dt="2022-04-10T23:20:53.051" v="866" actId="1076"/>
      <pc:docMkLst>
        <pc:docMk/>
      </pc:docMkLst>
      <pc:sldChg chg="modSp ord">
        <pc:chgData name="Fabricio Correa de Souza" userId="9357c98ed9a73f6f" providerId="LiveId" clId="{08054F41-F485-4642-AC5F-35D5BB4CEFEE}" dt="2022-04-10T20:12:05.221" v="91"/>
        <pc:sldMkLst>
          <pc:docMk/>
          <pc:sldMk cId="1575924183" sldId="256"/>
        </pc:sldMkLst>
        <pc:spChg chg="mod">
          <ac:chgData name="Fabricio Correa de Souza" userId="9357c98ed9a73f6f" providerId="LiveId" clId="{08054F41-F485-4642-AC5F-35D5BB4CEFEE}" dt="2022-04-10T20:12:05.221" v="91"/>
          <ac:spMkLst>
            <pc:docMk/>
            <pc:sldMk cId="1575924183" sldId="256"/>
            <ac:spMk id="2" creationId="{46719C7F-52DA-4E29-848C-48AB86827526}"/>
          </ac:spMkLst>
        </pc:spChg>
        <pc:spChg chg="mod">
          <ac:chgData name="Fabricio Correa de Souza" userId="9357c98ed9a73f6f" providerId="LiveId" clId="{08054F41-F485-4642-AC5F-35D5BB4CEFEE}" dt="2022-04-10T20:12:05.221" v="91"/>
          <ac:spMkLst>
            <pc:docMk/>
            <pc:sldMk cId="1575924183" sldId="256"/>
            <ac:spMk id="3" creationId="{1A28A4A3-353F-4D64-807F-616344FD9777}"/>
          </ac:spMkLst>
        </pc:spChg>
      </pc:sldChg>
      <pc:sldChg chg="modSp mod">
        <pc:chgData name="Fabricio Correa de Souza" userId="9357c98ed9a73f6f" providerId="LiveId" clId="{08054F41-F485-4642-AC5F-35D5BB4CEFEE}" dt="2022-04-10T20:12:45.630" v="110" actId="14100"/>
        <pc:sldMkLst>
          <pc:docMk/>
          <pc:sldMk cId="3352488588" sldId="257"/>
        </pc:sldMkLst>
        <pc:spChg chg="mod">
          <ac:chgData name="Fabricio Correa de Souza" userId="9357c98ed9a73f6f" providerId="LiveId" clId="{08054F41-F485-4642-AC5F-35D5BB4CEFEE}" dt="2022-04-10T20:12:05.221" v="91"/>
          <ac:spMkLst>
            <pc:docMk/>
            <pc:sldMk cId="3352488588" sldId="257"/>
            <ac:spMk id="2" creationId="{4FD04973-6CBF-4014-9F3A-19A648B08D8A}"/>
          </ac:spMkLst>
        </pc:spChg>
        <pc:spChg chg="mod">
          <ac:chgData name="Fabricio Correa de Souza" userId="9357c98ed9a73f6f" providerId="LiveId" clId="{08054F41-F485-4642-AC5F-35D5BB4CEFEE}" dt="2022-04-10T20:12:30.662" v="107" actId="403"/>
          <ac:spMkLst>
            <pc:docMk/>
            <pc:sldMk cId="3352488588" sldId="257"/>
            <ac:spMk id="6" creationId="{D09DDC55-C04D-4488-AE03-EDE314B134AA}"/>
          </ac:spMkLst>
        </pc:spChg>
        <pc:spChg chg="mod">
          <ac:chgData name="Fabricio Correa de Souza" userId="9357c98ed9a73f6f" providerId="LiveId" clId="{08054F41-F485-4642-AC5F-35D5BB4CEFEE}" dt="2022-03-24T22:06:46.904" v="0" actId="20577"/>
          <ac:spMkLst>
            <pc:docMk/>
            <pc:sldMk cId="3352488588" sldId="257"/>
            <ac:spMk id="13" creationId="{DDF89487-C331-4C31-9D7E-C4086E1E0B29}"/>
          </ac:spMkLst>
        </pc:spChg>
        <pc:spChg chg="mod">
          <ac:chgData name="Fabricio Correa de Souza" userId="9357c98ed9a73f6f" providerId="LiveId" clId="{08054F41-F485-4642-AC5F-35D5BB4CEFEE}" dt="2022-03-24T22:07:30.284" v="44" actId="1076"/>
          <ac:spMkLst>
            <pc:docMk/>
            <pc:sldMk cId="3352488588" sldId="257"/>
            <ac:spMk id="14" creationId="{8CAA6A0F-1107-475D-BEFE-82618FE07329}"/>
          </ac:spMkLst>
        </pc:spChg>
        <pc:picChg chg="mod">
          <ac:chgData name="Fabricio Correa de Souza" userId="9357c98ed9a73f6f" providerId="LiveId" clId="{08054F41-F485-4642-AC5F-35D5BB4CEFEE}" dt="2022-04-10T20:12:45.630" v="110" actId="14100"/>
          <ac:picMkLst>
            <pc:docMk/>
            <pc:sldMk cId="3352488588" sldId="257"/>
            <ac:picMk id="2050" creationId="{60A9DD44-BB14-4575-B5CB-A5310CD0F5C0}"/>
          </ac:picMkLst>
        </pc:picChg>
      </pc:sldChg>
      <pc:sldChg chg="modSp del">
        <pc:chgData name="Fabricio Correa de Souza" userId="9357c98ed9a73f6f" providerId="LiveId" clId="{08054F41-F485-4642-AC5F-35D5BB4CEFEE}" dt="2022-04-10T20:15:13.717" v="120" actId="2696"/>
        <pc:sldMkLst>
          <pc:docMk/>
          <pc:sldMk cId="133681766" sldId="258"/>
        </pc:sldMkLst>
        <pc:spChg chg="mod">
          <ac:chgData name="Fabricio Correa de Souza" userId="9357c98ed9a73f6f" providerId="LiveId" clId="{08054F41-F485-4642-AC5F-35D5BB4CEFEE}" dt="2022-04-10T20:12:05.221" v="91"/>
          <ac:spMkLst>
            <pc:docMk/>
            <pc:sldMk cId="133681766" sldId="258"/>
            <ac:spMk id="2" creationId="{D9B9887D-BB7D-479E-9E3C-EA898CA5BC07}"/>
          </ac:spMkLst>
        </pc:spChg>
        <pc:spChg chg="mod">
          <ac:chgData name="Fabricio Correa de Souza" userId="9357c98ed9a73f6f" providerId="LiveId" clId="{08054F41-F485-4642-AC5F-35D5BB4CEFEE}" dt="2022-04-10T20:12:05.221" v="91"/>
          <ac:spMkLst>
            <pc:docMk/>
            <pc:sldMk cId="133681766" sldId="258"/>
            <ac:spMk id="3" creationId="{2F5C3277-BCC4-4C71-981E-F5B1591086A4}"/>
          </ac:spMkLst>
        </pc:spChg>
      </pc:sldChg>
      <pc:sldChg chg="addSp delSp modSp mod">
        <pc:chgData name="Fabricio Correa de Souza" userId="9357c98ed9a73f6f" providerId="LiveId" clId="{08054F41-F485-4642-AC5F-35D5BB4CEFEE}" dt="2022-04-10T21:33:20.724" v="135" actId="14100"/>
        <pc:sldMkLst>
          <pc:docMk/>
          <pc:sldMk cId="4081345652" sldId="259"/>
        </pc:sldMkLst>
        <pc:spChg chg="del">
          <ac:chgData name="Fabricio Correa de Souza" userId="9357c98ed9a73f6f" providerId="LiveId" clId="{08054F41-F485-4642-AC5F-35D5BB4CEFEE}" dt="2022-03-24T22:08:00.437" v="47" actId="478"/>
          <ac:spMkLst>
            <pc:docMk/>
            <pc:sldMk cId="4081345652" sldId="259"/>
            <ac:spMk id="2" creationId="{55231224-D65C-4109-9615-7941571794E8}"/>
          </ac:spMkLst>
        </pc:spChg>
        <pc:spChg chg="add del mod">
          <ac:chgData name="Fabricio Correa de Souza" userId="9357c98ed9a73f6f" providerId="LiveId" clId="{08054F41-F485-4642-AC5F-35D5BB4CEFEE}" dt="2022-03-24T22:08:02.597" v="48" actId="478"/>
          <ac:spMkLst>
            <pc:docMk/>
            <pc:sldMk cId="4081345652" sldId="259"/>
            <ac:spMk id="4" creationId="{D35942CA-73D1-4A37-8537-6D7301DF4135}"/>
          </ac:spMkLst>
        </pc:spChg>
        <pc:picChg chg="add mod">
          <ac:chgData name="Fabricio Correa de Souza" userId="9357c98ed9a73f6f" providerId="LiveId" clId="{08054F41-F485-4642-AC5F-35D5BB4CEFEE}" dt="2022-04-10T21:33:20.724" v="135" actId="14100"/>
          <ac:picMkLst>
            <pc:docMk/>
            <pc:sldMk cId="4081345652" sldId="259"/>
            <ac:picMk id="3" creationId="{3716CDFC-E4BE-4EEA-9D6B-953AB9FAC69A}"/>
          </ac:picMkLst>
        </pc:picChg>
        <pc:picChg chg="del mod">
          <ac:chgData name="Fabricio Correa de Souza" userId="9357c98ed9a73f6f" providerId="LiveId" clId="{08054F41-F485-4642-AC5F-35D5BB4CEFEE}" dt="2022-03-24T22:07:58.483" v="46" actId="478"/>
          <ac:picMkLst>
            <pc:docMk/>
            <pc:sldMk cId="4081345652" sldId="259"/>
            <ac:picMk id="5" creationId="{F9B69462-B537-4952-8FE5-67E568EACEFD}"/>
          </ac:picMkLst>
        </pc:picChg>
        <pc:picChg chg="add del mod">
          <ac:chgData name="Fabricio Correa de Souza" userId="9357c98ed9a73f6f" providerId="LiveId" clId="{08054F41-F485-4642-AC5F-35D5BB4CEFEE}" dt="2022-04-10T20:13:10.343" v="111" actId="478"/>
          <ac:picMkLst>
            <pc:docMk/>
            <pc:sldMk cId="4081345652" sldId="259"/>
            <ac:picMk id="7" creationId="{762316F2-4217-4ADC-ADEB-66B5A194E9CF}"/>
          </ac:picMkLst>
        </pc:picChg>
      </pc:sldChg>
      <pc:sldChg chg="modSp mod">
        <pc:chgData name="Fabricio Correa de Souza" userId="9357c98ed9a73f6f" providerId="LiveId" clId="{08054F41-F485-4642-AC5F-35D5BB4CEFEE}" dt="2022-04-10T21:33:39.609" v="145" actId="20577"/>
        <pc:sldMkLst>
          <pc:docMk/>
          <pc:sldMk cId="2868409306" sldId="261"/>
        </pc:sldMkLst>
        <pc:spChg chg="mod">
          <ac:chgData name="Fabricio Correa de Souza" userId="9357c98ed9a73f6f" providerId="LiveId" clId="{08054F41-F485-4642-AC5F-35D5BB4CEFEE}" dt="2022-04-10T20:12:05.221" v="91"/>
          <ac:spMkLst>
            <pc:docMk/>
            <pc:sldMk cId="2868409306" sldId="261"/>
            <ac:spMk id="2" creationId="{EC790C07-E3E9-4137-A72E-F1911E1DD4CE}"/>
          </ac:spMkLst>
        </pc:spChg>
        <pc:spChg chg="mod">
          <ac:chgData name="Fabricio Correa de Souza" userId="9357c98ed9a73f6f" providerId="LiveId" clId="{08054F41-F485-4642-AC5F-35D5BB4CEFEE}" dt="2022-04-10T21:33:39.609" v="145" actId="20577"/>
          <ac:spMkLst>
            <pc:docMk/>
            <pc:sldMk cId="2868409306" sldId="261"/>
            <ac:spMk id="4" creationId="{774D4530-7FE5-4951-8F3B-7862F67869A6}"/>
          </ac:spMkLst>
        </pc:spChg>
      </pc:sldChg>
      <pc:sldChg chg="modSp ord">
        <pc:chgData name="Fabricio Correa de Souza" userId="9357c98ed9a73f6f" providerId="LiveId" clId="{08054F41-F485-4642-AC5F-35D5BB4CEFEE}" dt="2022-04-10T21:45:46.719" v="277"/>
        <pc:sldMkLst>
          <pc:docMk/>
          <pc:sldMk cId="3211315343" sldId="262"/>
        </pc:sldMkLst>
        <pc:spChg chg="mod">
          <ac:chgData name="Fabricio Correa de Souza" userId="9357c98ed9a73f6f" providerId="LiveId" clId="{08054F41-F485-4642-AC5F-35D5BB4CEFEE}" dt="2022-04-10T20:12:05.221" v="91"/>
          <ac:spMkLst>
            <pc:docMk/>
            <pc:sldMk cId="3211315343" sldId="262"/>
            <ac:spMk id="2" creationId="{E2F96BB4-B73E-44C4-A179-ABE9D9AB48E5}"/>
          </ac:spMkLst>
        </pc:spChg>
        <pc:spChg chg="mod">
          <ac:chgData name="Fabricio Correa de Souza" userId="9357c98ed9a73f6f" providerId="LiveId" clId="{08054F41-F485-4642-AC5F-35D5BB4CEFEE}" dt="2022-04-10T20:12:05.221" v="91"/>
          <ac:spMkLst>
            <pc:docMk/>
            <pc:sldMk cId="3211315343" sldId="262"/>
            <ac:spMk id="3" creationId="{EE36BE88-B6B4-437F-BE5A-CB339E481B54}"/>
          </ac:spMkLst>
        </pc:spChg>
      </pc:sldChg>
      <pc:sldChg chg="addSp delSp modSp new mod ord">
        <pc:chgData name="Fabricio Correa de Souza" userId="9357c98ed9a73f6f" providerId="LiveId" clId="{08054F41-F485-4642-AC5F-35D5BB4CEFEE}" dt="2022-04-10T20:12:05.221" v="91"/>
        <pc:sldMkLst>
          <pc:docMk/>
          <pc:sldMk cId="1171579364" sldId="263"/>
        </pc:sldMkLst>
        <pc:spChg chg="add del mod">
          <ac:chgData name="Fabricio Correa de Souza" userId="9357c98ed9a73f6f" providerId="LiveId" clId="{08054F41-F485-4642-AC5F-35D5BB4CEFEE}" dt="2022-04-10T20:12:05.221" v="91"/>
          <ac:spMkLst>
            <pc:docMk/>
            <pc:sldMk cId="1171579364" sldId="263"/>
            <ac:spMk id="2" creationId="{09ABFC1A-3B8B-4D28-B2A5-38C86BA86D99}"/>
          </ac:spMkLst>
        </pc:spChg>
        <pc:spChg chg="del">
          <ac:chgData name="Fabricio Correa de Souza" userId="9357c98ed9a73f6f" providerId="LiveId" clId="{08054F41-F485-4642-AC5F-35D5BB4CEFEE}" dt="2022-04-10T20:10:45.656" v="81" actId="478"/>
          <ac:spMkLst>
            <pc:docMk/>
            <pc:sldMk cId="1171579364" sldId="263"/>
            <ac:spMk id="3" creationId="{1DDDB0BF-D058-4EE3-9484-D655CEAF7D41}"/>
          </ac:spMkLst>
        </pc:spChg>
        <pc:spChg chg="add del mod">
          <ac:chgData name="Fabricio Correa de Souza" userId="9357c98ed9a73f6f" providerId="LiveId" clId="{08054F41-F485-4642-AC5F-35D5BB4CEFEE}" dt="2022-04-10T20:11:24.734" v="84" actId="478"/>
          <ac:spMkLst>
            <pc:docMk/>
            <pc:sldMk cId="1171579364" sldId="263"/>
            <ac:spMk id="5" creationId="{C9948173-B01C-42FC-A4BA-3EB2C5AF8192}"/>
          </ac:spMkLst>
        </pc:spChg>
        <pc:spChg chg="add del">
          <ac:chgData name="Fabricio Correa de Souza" userId="9357c98ed9a73f6f" providerId="LiveId" clId="{08054F41-F485-4642-AC5F-35D5BB4CEFEE}" dt="2022-04-10T20:11:32.202" v="88" actId="22"/>
          <ac:spMkLst>
            <pc:docMk/>
            <pc:sldMk cId="1171579364" sldId="263"/>
            <ac:spMk id="7" creationId="{C1816E4D-7F1E-40EE-925D-86F433CA5D2D}"/>
          </ac:spMkLst>
        </pc:spChg>
      </pc:sldChg>
      <pc:sldChg chg="addSp delSp new del">
        <pc:chgData name="Fabricio Correa de Souza" userId="9357c98ed9a73f6f" providerId="LiveId" clId="{08054F41-F485-4642-AC5F-35D5BB4CEFEE}" dt="2022-04-10T20:15:17.126" v="121" actId="2696"/>
        <pc:sldMkLst>
          <pc:docMk/>
          <pc:sldMk cId="2071711602" sldId="264"/>
        </pc:sldMkLst>
        <pc:picChg chg="add del">
          <ac:chgData name="Fabricio Correa de Souza" userId="9357c98ed9a73f6f" providerId="LiveId" clId="{08054F41-F485-4642-AC5F-35D5BB4CEFEE}" dt="2022-04-10T20:14:47.284" v="117"/>
          <ac:picMkLst>
            <pc:docMk/>
            <pc:sldMk cId="2071711602" sldId="264"/>
            <ac:picMk id="4" creationId="{B1CA6781-34FD-44D6-B5DA-D90013E3361A}"/>
          </ac:picMkLst>
        </pc:picChg>
      </pc:sldChg>
      <pc:sldChg chg="add ord">
        <pc:chgData name="Fabricio Correa de Souza" userId="9357c98ed9a73f6f" providerId="LiveId" clId="{08054F41-F485-4642-AC5F-35D5BB4CEFEE}" dt="2022-04-10T20:13:59.238" v="115"/>
        <pc:sldMkLst>
          <pc:docMk/>
          <pc:sldMk cId="0" sldId="265"/>
        </pc:sldMkLst>
      </pc:sldChg>
      <pc:sldChg chg="modSp add mod">
        <pc:chgData name="Fabricio Correa de Souza" userId="9357c98ed9a73f6f" providerId="LiveId" clId="{08054F41-F485-4642-AC5F-35D5BB4CEFEE}" dt="2022-04-10T20:14:53.143" v="119" actId="14100"/>
        <pc:sldMkLst>
          <pc:docMk/>
          <pc:sldMk cId="0" sldId="266"/>
        </pc:sldMkLst>
        <pc:spChg chg="mod">
          <ac:chgData name="Fabricio Correa de Souza" userId="9357c98ed9a73f6f" providerId="LiveId" clId="{08054F41-F485-4642-AC5F-35D5BB4CEFEE}" dt="2022-04-10T20:14:53.143" v="119" actId="14100"/>
          <ac:spMkLst>
            <pc:docMk/>
            <pc:sldMk cId="0" sldId="266"/>
            <ac:spMk id="3" creationId="{98E02513-5AD2-4E71-9C1E-985025017BC2}"/>
          </ac:spMkLst>
        </pc:spChg>
      </pc:sldChg>
      <pc:sldChg chg="addSp delSp modSp new mod">
        <pc:chgData name="Fabricio Correa de Souza" userId="9357c98ed9a73f6f" providerId="LiveId" clId="{08054F41-F485-4642-AC5F-35D5BB4CEFEE}" dt="2022-04-10T23:19:20.926" v="856" actId="1076"/>
        <pc:sldMkLst>
          <pc:docMk/>
          <pc:sldMk cId="1244742873" sldId="267"/>
        </pc:sldMkLst>
        <pc:spChg chg="mod">
          <ac:chgData name="Fabricio Correa de Souza" userId="9357c98ed9a73f6f" providerId="LiveId" clId="{08054F41-F485-4642-AC5F-35D5BB4CEFEE}" dt="2022-04-10T21:39:52.078" v="192" actId="14100"/>
          <ac:spMkLst>
            <pc:docMk/>
            <pc:sldMk cId="1244742873" sldId="267"/>
            <ac:spMk id="2" creationId="{04057C74-C28E-4DD7-8515-990C042D344C}"/>
          </ac:spMkLst>
        </pc:spChg>
        <pc:spChg chg="del">
          <ac:chgData name="Fabricio Correa de Souza" userId="9357c98ed9a73f6f" providerId="LiveId" clId="{08054F41-F485-4642-AC5F-35D5BB4CEFEE}" dt="2022-04-10T21:39:45.088" v="189" actId="22"/>
          <ac:spMkLst>
            <pc:docMk/>
            <pc:sldMk cId="1244742873" sldId="267"/>
            <ac:spMk id="3" creationId="{8454644E-55CF-49F2-84C0-124290122E74}"/>
          </ac:spMkLst>
        </pc:spChg>
        <pc:spChg chg="add del mod">
          <ac:chgData name="Fabricio Correa de Souza" userId="9357c98ed9a73f6f" providerId="LiveId" clId="{08054F41-F485-4642-AC5F-35D5BB4CEFEE}" dt="2022-04-10T23:18:53.363" v="852" actId="478"/>
          <ac:spMkLst>
            <pc:docMk/>
            <pc:sldMk cId="1244742873" sldId="267"/>
            <ac:spMk id="4" creationId="{E84B865B-55C2-4777-BD8D-6345E4DA7F7C}"/>
          </ac:spMkLst>
        </pc:spChg>
        <pc:picChg chg="add del mod ord modCrop">
          <ac:chgData name="Fabricio Correa de Souza" userId="9357c98ed9a73f6f" providerId="LiveId" clId="{08054F41-F485-4642-AC5F-35D5BB4CEFEE}" dt="2022-04-10T23:18:14.094" v="849" actId="478"/>
          <ac:picMkLst>
            <pc:docMk/>
            <pc:sldMk cId="1244742873" sldId="267"/>
            <ac:picMk id="5" creationId="{0FFE9FB2-5E71-4B42-A34B-38508D171BA9}"/>
          </ac:picMkLst>
        </pc:picChg>
        <pc:picChg chg="add del mod">
          <ac:chgData name="Fabricio Correa de Souza" userId="9357c98ed9a73f6f" providerId="LiveId" clId="{08054F41-F485-4642-AC5F-35D5BB4CEFEE}" dt="2022-04-10T23:19:16.226" v="854" actId="478"/>
          <ac:picMkLst>
            <pc:docMk/>
            <pc:sldMk cId="1244742873" sldId="267"/>
            <ac:picMk id="7" creationId="{B1F6A47F-F7C4-4458-98CC-BE8EEE6B0DCF}"/>
          </ac:picMkLst>
        </pc:picChg>
        <pc:picChg chg="add mod">
          <ac:chgData name="Fabricio Correa de Souza" userId="9357c98ed9a73f6f" providerId="LiveId" clId="{08054F41-F485-4642-AC5F-35D5BB4CEFEE}" dt="2022-04-10T23:19:20.926" v="856" actId="1076"/>
          <ac:picMkLst>
            <pc:docMk/>
            <pc:sldMk cId="1244742873" sldId="267"/>
            <ac:picMk id="9" creationId="{20BB29F9-35F9-41F7-A96A-F55CA9A50536}"/>
          </ac:picMkLst>
        </pc:picChg>
      </pc:sldChg>
      <pc:sldChg chg="addSp delSp modSp new mod">
        <pc:chgData name="Fabricio Correa de Souza" userId="9357c98ed9a73f6f" providerId="LiveId" clId="{08054F41-F485-4642-AC5F-35D5BB4CEFEE}" dt="2022-04-10T21:42:45.865" v="238" actId="1076"/>
        <pc:sldMkLst>
          <pc:docMk/>
          <pc:sldMk cId="19792204" sldId="268"/>
        </pc:sldMkLst>
        <pc:spChg chg="mod">
          <ac:chgData name="Fabricio Correa de Souza" userId="9357c98ed9a73f6f" providerId="LiveId" clId="{08054F41-F485-4642-AC5F-35D5BB4CEFEE}" dt="2022-04-10T21:41:14.243" v="233" actId="121"/>
          <ac:spMkLst>
            <pc:docMk/>
            <pc:sldMk cId="19792204" sldId="268"/>
            <ac:spMk id="2" creationId="{03E19F08-EF8C-4499-9636-32CC090CC82D}"/>
          </ac:spMkLst>
        </pc:spChg>
        <pc:spChg chg="del">
          <ac:chgData name="Fabricio Correa de Souza" userId="9357c98ed9a73f6f" providerId="LiveId" clId="{08054F41-F485-4642-AC5F-35D5BB4CEFEE}" dt="2022-04-10T21:42:41.420" v="236" actId="478"/>
          <ac:spMkLst>
            <pc:docMk/>
            <pc:sldMk cId="19792204" sldId="268"/>
            <ac:spMk id="3" creationId="{8AB80C25-FC0A-4B7F-A7C0-923C61A7D23B}"/>
          </ac:spMkLst>
        </pc:spChg>
        <pc:picChg chg="add mod">
          <ac:chgData name="Fabricio Correa de Souza" userId="9357c98ed9a73f6f" providerId="LiveId" clId="{08054F41-F485-4642-AC5F-35D5BB4CEFEE}" dt="2022-04-10T21:42:45.865" v="238" actId="1076"/>
          <ac:picMkLst>
            <pc:docMk/>
            <pc:sldMk cId="19792204" sldId="268"/>
            <ac:picMk id="5" creationId="{6A095559-E295-425A-94ED-1FDA4DF9D239}"/>
          </ac:picMkLst>
        </pc:picChg>
      </pc:sldChg>
      <pc:sldChg chg="addSp delSp modSp new mod">
        <pc:chgData name="Fabricio Correa de Souza" userId="9357c98ed9a73f6f" providerId="LiveId" clId="{08054F41-F485-4642-AC5F-35D5BB4CEFEE}" dt="2022-04-10T21:45:15.983" v="275" actId="1076"/>
        <pc:sldMkLst>
          <pc:docMk/>
          <pc:sldMk cId="1578928606" sldId="269"/>
        </pc:sldMkLst>
        <pc:spChg chg="mod">
          <ac:chgData name="Fabricio Correa de Souza" userId="9357c98ed9a73f6f" providerId="LiveId" clId="{08054F41-F485-4642-AC5F-35D5BB4CEFEE}" dt="2022-04-10T21:43:15.795" v="272" actId="122"/>
          <ac:spMkLst>
            <pc:docMk/>
            <pc:sldMk cId="1578928606" sldId="269"/>
            <ac:spMk id="2" creationId="{CBE50320-B7EE-44A7-9F11-93A729B0CBB7}"/>
          </ac:spMkLst>
        </pc:spChg>
        <pc:spChg chg="del">
          <ac:chgData name="Fabricio Correa de Souza" userId="9357c98ed9a73f6f" providerId="LiveId" clId="{08054F41-F485-4642-AC5F-35D5BB4CEFEE}" dt="2022-04-10T21:45:12.535" v="274" actId="478"/>
          <ac:spMkLst>
            <pc:docMk/>
            <pc:sldMk cId="1578928606" sldId="269"/>
            <ac:spMk id="3" creationId="{862EB1C0-586F-4021-94D7-84C06D00CDD4}"/>
          </ac:spMkLst>
        </pc:spChg>
        <pc:picChg chg="add mod">
          <ac:chgData name="Fabricio Correa de Souza" userId="9357c98ed9a73f6f" providerId="LiveId" clId="{08054F41-F485-4642-AC5F-35D5BB4CEFEE}" dt="2022-04-10T21:45:15.983" v="275" actId="1076"/>
          <ac:picMkLst>
            <pc:docMk/>
            <pc:sldMk cId="1578928606" sldId="269"/>
            <ac:picMk id="5" creationId="{ABC00A41-68CA-4024-A909-EFF291E89112}"/>
          </ac:picMkLst>
        </pc:picChg>
      </pc:sldChg>
      <pc:sldChg chg="addSp delSp modSp new mod ord">
        <pc:chgData name="Fabricio Correa de Souza" userId="9357c98ed9a73f6f" providerId="LiveId" clId="{08054F41-F485-4642-AC5F-35D5BB4CEFEE}" dt="2022-04-10T21:49:33.056" v="292"/>
        <pc:sldMkLst>
          <pc:docMk/>
          <pc:sldMk cId="801821720" sldId="270"/>
        </pc:sldMkLst>
        <pc:spChg chg="del">
          <ac:chgData name="Fabricio Correa de Souza" userId="9357c98ed9a73f6f" providerId="LiveId" clId="{08054F41-F485-4642-AC5F-35D5BB4CEFEE}" dt="2022-04-10T21:49:04.835" v="281" actId="478"/>
          <ac:spMkLst>
            <pc:docMk/>
            <pc:sldMk cId="801821720" sldId="270"/>
            <ac:spMk id="2" creationId="{D1941B58-7B9D-4362-BBD1-CBEA989396A4}"/>
          </ac:spMkLst>
        </pc:spChg>
        <pc:spChg chg="del">
          <ac:chgData name="Fabricio Correa de Souza" userId="9357c98ed9a73f6f" providerId="LiveId" clId="{08054F41-F485-4642-AC5F-35D5BB4CEFEE}" dt="2022-04-10T21:49:08.011" v="283" actId="478"/>
          <ac:spMkLst>
            <pc:docMk/>
            <pc:sldMk cId="801821720" sldId="270"/>
            <ac:spMk id="3" creationId="{687565BF-B8A3-49C7-8C52-05E05D1DC3FD}"/>
          </ac:spMkLst>
        </pc:spChg>
        <pc:picChg chg="add mod">
          <ac:chgData name="Fabricio Correa de Souza" userId="9357c98ed9a73f6f" providerId="LiveId" clId="{08054F41-F485-4642-AC5F-35D5BB4CEFEE}" dt="2022-04-10T21:49:22.549" v="290" actId="14100"/>
          <ac:picMkLst>
            <pc:docMk/>
            <pc:sldMk cId="801821720" sldId="270"/>
            <ac:picMk id="4" creationId="{15FE842F-9EA6-474F-B6A0-1D70CD8FE2ED}"/>
          </ac:picMkLst>
        </pc:picChg>
      </pc:sldChg>
      <pc:sldChg chg="addSp delSp modSp new mod modClrScheme chgLayout">
        <pc:chgData name="Fabricio Correa de Souza" userId="9357c98ed9a73f6f" providerId="LiveId" clId="{08054F41-F485-4642-AC5F-35D5BB4CEFEE}" dt="2022-04-10T21:52:29.461" v="369" actId="14100"/>
        <pc:sldMkLst>
          <pc:docMk/>
          <pc:sldMk cId="3025583602" sldId="271"/>
        </pc:sldMkLst>
        <pc:spChg chg="del mod ord">
          <ac:chgData name="Fabricio Correa de Souza" userId="9357c98ed9a73f6f" providerId="LiveId" clId="{08054F41-F485-4642-AC5F-35D5BB4CEFEE}" dt="2022-04-10T21:51:01.888" v="327" actId="700"/>
          <ac:spMkLst>
            <pc:docMk/>
            <pc:sldMk cId="3025583602" sldId="271"/>
            <ac:spMk id="2" creationId="{06F8706A-B3BA-473C-9C58-0F56892BD09B}"/>
          </ac:spMkLst>
        </pc:spChg>
        <pc:spChg chg="del">
          <ac:chgData name="Fabricio Correa de Souza" userId="9357c98ed9a73f6f" providerId="LiveId" clId="{08054F41-F485-4642-AC5F-35D5BB4CEFEE}" dt="2022-04-10T21:50:48.087" v="324" actId="478"/>
          <ac:spMkLst>
            <pc:docMk/>
            <pc:sldMk cId="3025583602" sldId="271"/>
            <ac:spMk id="3" creationId="{4B54A48B-3680-41D3-9BBC-3583E525578F}"/>
          </ac:spMkLst>
        </pc:spChg>
        <pc:spChg chg="add del mod ord">
          <ac:chgData name="Fabricio Correa de Souza" userId="9357c98ed9a73f6f" providerId="LiveId" clId="{08054F41-F485-4642-AC5F-35D5BB4CEFEE}" dt="2022-04-10T21:51:12.790" v="328" actId="700"/>
          <ac:spMkLst>
            <pc:docMk/>
            <pc:sldMk cId="3025583602" sldId="271"/>
            <ac:spMk id="6" creationId="{DD4525DD-E04F-4542-9624-F69168D11B67}"/>
          </ac:spMkLst>
        </pc:spChg>
        <pc:spChg chg="add del mod ord">
          <ac:chgData name="Fabricio Correa de Souza" userId="9357c98ed9a73f6f" providerId="LiveId" clId="{08054F41-F485-4642-AC5F-35D5BB4CEFEE}" dt="2022-04-10T21:51:12.790" v="328" actId="700"/>
          <ac:spMkLst>
            <pc:docMk/>
            <pc:sldMk cId="3025583602" sldId="271"/>
            <ac:spMk id="7" creationId="{688CB0AE-9DA3-478F-AD83-898D8256ADE5}"/>
          </ac:spMkLst>
        </pc:spChg>
        <pc:spChg chg="add del mod ord">
          <ac:chgData name="Fabricio Correa de Souza" userId="9357c98ed9a73f6f" providerId="LiveId" clId="{08054F41-F485-4642-AC5F-35D5BB4CEFEE}" dt="2022-04-10T21:52:18.360" v="365" actId="478"/>
          <ac:spMkLst>
            <pc:docMk/>
            <pc:sldMk cId="3025583602" sldId="271"/>
            <ac:spMk id="8" creationId="{9AB01438-185B-4FE1-B3F0-2BAAB999B9A7}"/>
          </ac:spMkLst>
        </pc:spChg>
        <pc:spChg chg="add del mod ord">
          <ac:chgData name="Fabricio Correa de Souza" userId="9357c98ed9a73f6f" providerId="LiveId" clId="{08054F41-F485-4642-AC5F-35D5BB4CEFEE}" dt="2022-04-10T21:52:00.866" v="360"/>
          <ac:spMkLst>
            <pc:docMk/>
            <pc:sldMk cId="3025583602" sldId="271"/>
            <ac:spMk id="9" creationId="{94254086-B16B-48B0-AAA7-1ECA61E5502B}"/>
          </ac:spMkLst>
        </pc:spChg>
        <pc:picChg chg="add del">
          <ac:chgData name="Fabricio Correa de Souza" userId="9357c98ed9a73f6f" providerId="LiveId" clId="{08054F41-F485-4642-AC5F-35D5BB4CEFEE}" dt="2022-04-10T21:50:49.005" v="325" actId="478"/>
          <ac:picMkLst>
            <pc:docMk/>
            <pc:sldMk cId="3025583602" sldId="271"/>
            <ac:picMk id="5" creationId="{5E0317A8-2C40-4225-A2EB-47EBEF5E710C}"/>
          </ac:picMkLst>
        </pc:picChg>
        <pc:picChg chg="add mod">
          <ac:chgData name="Fabricio Correa de Souza" userId="9357c98ed9a73f6f" providerId="LiveId" clId="{08054F41-F485-4642-AC5F-35D5BB4CEFEE}" dt="2022-04-10T21:52:29.461" v="369" actId="14100"/>
          <ac:picMkLst>
            <pc:docMk/>
            <pc:sldMk cId="3025583602" sldId="271"/>
            <ac:picMk id="10" creationId="{B28545E2-E083-4EE6-903E-5B6140F19347}"/>
          </ac:picMkLst>
        </pc:picChg>
      </pc:sldChg>
      <pc:sldChg chg="addSp delSp modSp new mod">
        <pc:chgData name="Fabricio Correa de Souza" userId="9357c98ed9a73f6f" providerId="LiveId" clId="{08054F41-F485-4642-AC5F-35D5BB4CEFEE}" dt="2022-04-10T21:52:54.573" v="378" actId="1076"/>
        <pc:sldMkLst>
          <pc:docMk/>
          <pc:sldMk cId="3060918341" sldId="272"/>
        </pc:sldMkLst>
        <pc:spChg chg="del">
          <ac:chgData name="Fabricio Correa de Souza" userId="9357c98ed9a73f6f" providerId="LiveId" clId="{08054F41-F485-4642-AC5F-35D5BB4CEFEE}" dt="2022-04-10T21:52:40.096" v="371" actId="478"/>
          <ac:spMkLst>
            <pc:docMk/>
            <pc:sldMk cId="3060918341" sldId="272"/>
            <ac:spMk id="2" creationId="{2935FF3C-040A-4412-8C31-D0DA8E2408CC}"/>
          </ac:spMkLst>
        </pc:spChg>
        <pc:spChg chg="del">
          <ac:chgData name="Fabricio Correa de Souza" userId="9357c98ed9a73f6f" providerId="LiveId" clId="{08054F41-F485-4642-AC5F-35D5BB4CEFEE}" dt="2022-04-10T21:52:42.064" v="372" actId="478"/>
          <ac:spMkLst>
            <pc:docMk/>
            <pc:sldMk cId="3060918341" sldId="272"/>
            <ac:spMk id="3" creationId="{4F24570A-5C37-4A43-8B42-06669C8CC4DA}"/>
          </ac:spMkLst>
        </pc:spChg>
        <pc:picChg chg="add del">
          <ac:chgData name="Fabricio Correa de Souza" userId="9357c98ed9a73f6f" providerId="LiveId" clId="{08054F41-F485-4642-AC5F-35D5BB4CEFEE}" dt="2022-04-10T21:52:44.449" v="374"/>
          <ac:picMkLst>
            <pc:docMk/>
            <pc:sldMk cId="3060918341" sldId="272"/>
            <ac:picMk id="4" creationId="{74BD25F5-01CB-4453-88AF-922FFF422B98}"/>
          </ac:picMkLst>
        </pc:picChg>
        <pc:picChg chg="add mod">
          <ac:chgData name="Fabricio Correa de Souza" userId="9357c98ed9a73f6f" providerId="LiveId" clId="{08054F41-F485-4642-AC5F-35D5BB4CEFEE}" dt="2022-04-10T21:52:54.573" v="378" actId="1076"/>
          <ac:picMkLst>
            <pc:docMk/>
            <pc:sldMk cId="3060918341" sldId="272"/>
            <ac:picMk id="6" creationId="{859C7338-8FDF-4D30-8104-5ECC87903C16}"/>
          </ac:picMkLst>
        </pc:picChg>
      </pc:sldChg>
      <pc:sldChg chg="addSp delSp modSp new mod">
        <pc:chgData name="Fabricio Correa de Souza" userId="9357c98ed9a73f6f" providerId="LiveId" clId="{08054F41-F485-4642-AC5F-35D5BB4CEFEE}" dt="2022-04-10T21:53:42.190" v="385" actId="1076"/>
        <pc:sldMkLst>
          <pc:docMk/>
          <pc:sldMk cId="766497395" sldId="273"/>
        </pc:sldMkLst>
        <pc:spChg chg="del">
          <ac:chgData name="Fabricio Correa de Souza" userId="9357c98ed9a73f6f" providerId="LiveId" clId="{08054F41-F485-4642-AC5F-35D5BB4CEFEE}" dt="2022-04-10T21:53:02.247" v="380" actId="478"/>
          <ac:spMkLst>
            <pc:docMk/>
            <pc:sldMk cId="766497395" sldId="273"/>
            <ac:spMk id="2" creationId="{AB4B2EBF-1B10-4887-A8F2-B7C801BE317C}"/>
          </ac:spMkLst>
        </pc:spChg>
        <pc:spChg chg="del">
          <ac:chgData name="Fabricio Correa de Souza" userId="9357c98ed9a73f6f" providerId="LiveId" clId="{08054F41-F485-4642-AC5F-35D5BB4CEFEE}" dt="2022-04-10T21:53:03.848" v="381" actId="478"/>
          <ac:spMkLst>
            <pc:docMk/>
            <pc:sldMk cId="766497395" sldId="273"/>
            <ac:spMk id="3" creationId="{472895F6-D1BF-4336-B494-5FA854DE1948}"/>
          </ac:spMkLst>
        </pc:spChg>
        <pc:picChg chg="add mod">
          <ac:chgData name="Fabricio Correa de Souza" userId="9357c98ed9a73f6f" providerId="LiveId" clId="{08054F41-F485-4642-AC5F-35D5BB4CEFEE}" dt="2022-04-10T21:53:42.190" v="385" actId="1076"/>
          <ac:picMkLst>
            <pc:docMk/>
            <pc:sldMk cId="766497395" sldId="273"/>
            <ac:picMk id="5" creationId="{FD16D233-0CBC-493C-8EDE-2CEDEBC822ED}"/>
          </ac:picMkLst>
        </pc:picChg>
      </pc:sldChg>
      <pc:sldChg chg="addSp delSp modSp new mod">
        <pc:chgData name="Fabricio Correa de Souza" userId="9357c98ed9a73f6f" providerId="LiveId" clId="{08054F41-F485-4642-AC5F-35D5BB4CEFEE}" dt="2022-04-10T23:19:33.194" v="860" actId="1076"/>
        <pc:sldMkLst>
          <pc:docMk/>
          <pc:sldMk cId="2210947965" sldId="274"/>
        </pc:sldMkLst>
        <pc:spChg chg="mod">
          <ac:chgData name="Fabricio Correa de Souza" userId="9357c98ed9a73f6f" providerId="LiveId" clId="{08054F41-F485-4642-AC5F-35D5BB4CEFEE}" dt="2022-04-10T21:56:16.495" v="389" actId="122"/>
          <ac:spMkLst>
            <pc:docMk/>
            <pc:sldMk cId="2210947965" sldId="274"/>
            <ac:spMk id="2" creationId="{4D12A146-4620-41C0-A45E-2C151FDCF699}"/>
          </ac:spMkLst>
        </pc:spChg>
        <pc:spChg chg="del">
          <ac:chgData name="Fabricio Correa de Souza" userId="9357c98ed9a73f6f" providerId="LiveId" clId="{08054F41-F485-4642-AC5F-35D5BB4CEFEE}" dt="2022-04-10T21:56:36.780" v="390"/>
          <ac:spMkLst>
            <pc:docMk/>
            <pc:sldMk cId="2210947965" sldId="274"/>
            <ac:spMk id="3" creationId="{D7D68BB2-720E-4210-8988-516AA610B489}"/>
          </ac:spMkLst>
        </pc:spChg>
        <pc:spChg chg="add del mod">
          <ac:chgData name="Fabricio Correa de Souza" userId="9357c98ed9a73f6f" providerId="LiveId" clId="{08054F41-F485-4642-AC5F-35D5BB4CEFEE}" dt="2022-04-10T23:19:28.712" v="858" actId="22"/>
          <ac:spMkLst>
            <pc:docMk/>
            <pc:sldMk cId="2210947965" sldId="274"/>
            <ac:spMk id="5" creationId="{892AE338-EE69-4FAF-B0F0-7172EDB6FA95}"/>
          </ac:spMkLst>
        </pc:spChg>
        <pc:picChg chg="add del mod">
          <ac:chgData name="Fabricio Correa de Souza" userId="9357c98ed9a73f6f" providerId="LiveId" clId="{08054F41-F485-4642-AC5F-35D5BB4CEFEE}" dt="2022-04-10T23:19:25.861" v="857" actId="478"/>
          <ac:picMkLst>
            <pc:docMk/>
            <pc:sldMk cId="2210947965" sldId="274"/>
            <ac:picMk id="4" creationId="{BC775CA9-6F29-484D-8C1B-D6E6B38191FF}"/>
          </ac:picMkLst>
        </pc:picChg>
        <pc:picChg chg="add mod ord">
          <ac:chgData name="Fabricio Correa de Souza" userId="9357c98ed9a73f6f" providerId="LiveId" clId="{08054F41-F485-4642-AC5F-35D5BB4CEFEE}" dt="2022-04-10T23:19:33.194" v="860" actId="1076"/>
          <ac:picMkLst>
            <pc:docMk/>
            <pc:sldMk cId="2210947965" sldId="274"/>
            <ac:picMk id="7" creationId="{ACB1B1DD-3E5E-48EA-B049-3516C4F90782}"/>
          </ac:picMkLst>
        </pc:picChg>
      </pc:sldChg>
      <pc:sldChg chg="addSp delSp modSp new mod">
        <pc:chgData name="Fabricio Correa de Souza" userId="9357c98ed9a73f6f" providerId="LiveId" clId="{08054F41-F485-4642-AC5F-35D5BB4CEFEE}" dt="2022-04-10T22:07:15.813" v="848" actId="1076"/>
        <pc:sldMkLst>
          <pc:docMk/>
          <pc:sldMk cId="99082637" sldId="275"/>
        </pc:sldMkLst>
        <pc:spChg chg="del">
          <ac:chgData name="Fabricio Correa de Souza" userId="9357c98ed9a73f6f" providerId="LiveId" clId="{08054F41-F485-4642-AC5F-35D5BB4CEFEE}" dt="2022-04-10T21:58:04.687" v="396" actId="478"/>
          <ac:spMkLst>
            <pc:docMk/>
            <pc:sldMk cId="99082637" sldId="275"/>
            <ac:spMk id="2" creationId="{86EEBA50-3CFE-40D0-A86D-06A3B6E684F7}"/>
          </ac:spMkLst>
        </pc:spChg>
        <pc:spChg chg="mod">
          <ac:chgData name="Fabricio Correa de Souza" userId="9357c98ed9a73f6f" providerId="LiveId" clId="{08054F41-F485-4642-AC5F-35D5BB4CEFEE}" dt="2022-04-10T22:05:32.592" v="843" actId="20577"/>
          <ac:spMkLst>
            <pc:docMk/>
            <pc:sldMk cId="99082637" sldId="275"/>
            <ac:spMk id="3" creationId="{0CF66F15-05B8-4FF3-9E37-3D459D823F91}"/>
          </ac:spMkLst>
        </pc:spChg>
        <pc:picChg chg="add mod">
          <ac:chgData name="Fabricio Correa de Souza" userId="9357c98ed9a73f6f" providerId="LiveId" clId="{08054F41-F485-4642-AC5F-35D5BB4CEFEE}" dt="2022-04-10T22:07:15.813" v="848" actId="1076"/>
          <ac:picMkLst>
            <pc:docMk/>
            <pc:sldMk cId="99082637" sldId="275"/>
            <ac:picMk id="4" creationId="{63196567-6B66-4B4D-9F40-EB1746F02D67}"/>
          </ac:picMkLst>
        </pc:picChg>
      </pc:sldChg>
      <pc:sldChg chg="addSp delSp modSp new mod">
        <pc:chgData name="Fabricio Correa de Souza" userId="9357c98ed9a73f6f" providerId="LiveId" clId="{08054F41-F485-4642-AC5F-35D5BB4CEFEE}" dt="2022-04-10T23:20:53.051" v="866" actId="1076"/>
        <pc:sldMkLst>
          <pc:docMk/>
          <pc:sldMk cId="2143184251" sldId="276"/>
        </pc:sldMkLst>
        <pc:spChg chg="del">
          <ac:chgData name="Fabricio Correa de Souza" userId="9357c98ed9a73f6f" providerId="LiveId" clId="{08054F41-F485-4642-AC5F-35D5BB4CEFEE}" dt="2022-04-10T23:20:48.286" v="862" actId="478"/>
          <ac:spMkLst>
            <pc:docMk/>
            <pc:sldMk cId="2143184251" sldId="276"/>
            <ac:spMk id="2" creationId="{0CEA4B5C-E16B-498C-AAE5-FA33A099FFB4}"/>
          </ac:spMkLst>
        </pc:spChg>
        <pc:spChg chg="del">
          <ac:chgData name="Fabricio Correa de Souza" userId="9357c98ed9a73f6f" providerId="LiveId" clId="{08054F41-F485-4642-AC5F-35D5BB4CEFEE}" dt="2022-04-10T23:20:49.308" v="863" actId="478"/>
          <ac:spMkLst>
            <pc:docMk/>
            <pc:sldMk cId="2143184251" sldId="276"/>
            <ac:spMk id="3" creationId="{689569B1-41DB-4C16-9469-97D587702B44}"/>
          </ac:spMkLst>
        </pc:spChg>
        <pc:picChg chg="add mod">
          <ac:chgData name="Fabricio Correa de Souza" userId="9357c98ed9a73f6f" providerId="LiveId" clId="{08054F41-F485-4642-AC5F-35D5BB4CEFEE}" dt="2022-04-10T23:20:53.051" v="866" actId="1076"/>
          <ac:picMkLst>
            <pc:docMk/>
            <pc:sldMk cId="2143184251" sldId="276"/>
            <ac:picMk id="5" creationId="{48D84D53-191E-4BA9-B0BD-C380D996C1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1645C-909A-4400-BC59-F119CF5F16B5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097B2-23A4-4733-A99F-BEC4D7875B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25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aaa273d5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aaa273d5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1aaa273d5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1aaa273d5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066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39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647536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9403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647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10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81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6573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05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59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611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312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5394D1-4365-477A-BD71-87ECCE87C856}" type="datetimeFigureOut">
              <a:rPr lang="pt-BR" smtClean="0"/>
              <a:t>10/04/2022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F34B218-9C40-46D7-A80B-DD48745F2C60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371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BFC1A-3B8B-4D28-B2A5-38C86BA86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PROJETO INTEGRADOR</a:t>
            </a:r>
          </a:p>
        </p:txBody>
      </p:sp>
    </p:spTree>
    <p:extLst>
      <p:ext uri="{BB962C8B-B14F-4D97-AF65-F5344CB8AC3E}">
        <p14:creationId xmlns:p14="http://schemas.microsoft.com/office/powerpoint/2010/main" val="117157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04973-6CBF-4014-9F3A-19A648B0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DDF89487-C331-4C31-9D7E-C4086E1E0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34"/>
            <a:ext cx="10515600" cy="61965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5400" b="1" dirty="0"/>
              <a:t>EQUIPE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0A9DD44-BB14-4575-B5CB-A5310CD0F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125"/>
            <a:ext cx="12192000" cy="649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09DDC55-C04D-4488-AE03-EDE314B134AA}"/>
              </a:ext>
            </a:extLst>
          </p:cNvPr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4800" dirty="0"/>
              <a:t>EQUIPE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CAA6A0F-1107-475D-BEFE-82618FE07329}"/>
              </a:ext>
            </a:extLst>
          </p:cNvPr>
          <p:cNvSpPr txBox="1"/>
          <p:nvPr/>
        </p:nvSpPr>
        <p:spPr>
          <a:xfrm>
            <a:off x="4250722" y="2239248"/>
            <a:ext cx="36664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DCDDDE"/>
                </a:solidFill>
                <a:effectLst/>
                <a:latin typeface="Whitney"/>
              </a:rPr>
              <a:t>Ciência da Computação – 5ºperíodo</a:t>
            </a:r>
          </a:p>
          <a:p>
            <a:pPr algn="ctr"/>
            <a:r>
              <a:rPr lang="pt-BR" sz="2000" b="1" i="1" dirty="0">
                <a:solidFill>
                  <a:srgbClr val="DCDDDE"/>
                </a:solidFill>
                <a:effectLst/>
                <a:latin typeface="Whitney"/>
              </a:rPr>
              <a:t>Fabrício Corrêa de Souza</a:t>
            </a:r>
            <a:br>
              <a:rPr lang="pt-BR" sz="2000" b="1" i="1" dirty="0">
                <a:solidFill>
                  <a:srgbClr val="DCDDDE"/>
                </a:solidFill>
                <a:effectLst/>
                <a:latin typeface="Whitney"/>
              </a:rPr>
            </a:br>
            <a:r>
              <a:rPr lang="pt-BR" sz="2000" b="1" i="1" dirty="0">
                <a:solidFill>
                  <a:srgbClr val="DCDDDE"/>
                </a:solidFill>
                <a:effectLst/>
                <a:latin typeface="Whitney"/>
              </a:rPr>
              <a:t>Matheus Gonçalves Gotardo</a:t>
            </a:r>
            <a:br>
              <a:rPr lang="pt-BR" sz="2000" b="1" i="1" dirty="0">
                <a:solidFill>
                  <a:srgbClr val="DCDDDE"/>
                </a:solidFill>
                <a:effectLst/>
                <a:latin typeface="Whitney"/>
              </a:rPr>
            </a:br>
            <a:r>
              <a:rPr lang="pt-BR" sz="2000" b="1" i="1" dirty="0">
                <a:solidFill>
                  <a:srgbClr val="DCDDDE"/>
                </a:solidFill>
                <a:effectLst/>
                <a:latin typeface="Whitney"/>
              </a:rPr>
              <a:t>Nicole Guerreiro Diniz</a:t>
            </a:r>
            <a:br>
              <a:rPr lang="pt-BR" sz="2000" b="1" i="1" dirty="0">
                <a:solidFill>
                  <a:srgbClr val="DCDDDE"/>
                </a:solidFill>
                <a:effectLst/>
                <a:latin typeface="Whitney"/>
              </a:rPr>
            </a:br>
            <a:r>
              <a:rPr lang="pt-BR" sz="2000" b="1" i="1" dirty="0">
                <a:solidFill>
                  <a:srgbClr val="DCDDDE"/>
                </a:solidFill>
                <a:effectLst/>
                <a:latin typeface="Whitney"/>
              </a:rPr>
              <a:t>Willian de Andrade Baggio</a:t>
            </a:r>
            <a:br>
              <a:rPr lang="pt-BR" b="0" i="0" dirty="0">
                <a:solidFill>
                  <a:srgbClr val="DCDDDE"/>
                </a:solidFill>
                <a:effectLst/>
                <a:latin typeface="Whitney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24885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33435"/>
            <a:ext cx="12192000" cy="81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3107600" y="6271500"/>
            <a:ext cx="5976800" cy="69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pt-BR" sz="2933" b="1" dirty="0">
                <a:solidFill>
                  <a:schemeClr val="lt1"/>
                </a:solidFill>
              </a:rPr>
              <a:t>Cidade – Salvador/BA</a:t>
            </a:r>
            <a:endParaRPr sz="2933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19C7F-52DA-4E29-848C-48AB86827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28A4A3-353F-4D64-807F-616344FD97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30F29F-04F9-49F8-8E50-1F833510B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92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2A7F47D-FA03-4BA4-834F-93CAAE032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056" y="1838400"/>
            <a:ext cx="9593889" cy="3803947"/>
          </a:xfrm>
          <a:prstGeom prst="rect">
            <a:avLst/>
          </a:prstGeom>
        </p:spPr>
      </p:pic>
      <p:sp>
        <p:nvSpPr>
          <p:cNvPr id="72" name="Google Shape;72;p15"/>
          <p:cNvSpPr txBox="1"/>
          <p:nvPr/>
        </p:nvSpPr>
        <p:spPr>
          <a:xfrm>
            <a:off x="519563" y="0"/>
            <a:ext cx="10963600" cy="155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pt-BR" sz="4267" b="1" dirty="0"/>
              <a:t>ARQUITETURA </a:t>
            </a:r>
          </a:p>
          <a:p>
            <a:pPr algn="ctr"/>
            <a:r>
              <a:rPr lang="pt-BR" sz="4267" b="1" dirty="0"/>
              <a:t>BUSINESS INTELLIGENCE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E02513-5AD2-4E71-9C1E-985025017BC2}"/>
              </a:ext>
            </a:extLst>
          </p:cNvPr>
          <p:cNvSpPr txBox="1"/>
          <p:nvPr/>
        </p:nvSpPr>
        <p:spPr>
          <a:xfrm>
            <a:off x="1219199" y="5716201"/>
            <a:ext cx="2207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SALVADOR.csv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487FEA7-DFA6-4AEE-8C99-F9C77CB888A7}"/>
              </a:ext>
            </a:extLst>
          </p:cNvPr>
          <p:cNvSpPr txBox="1"/>
          <p:nvPr/>
        </p:nvSpPr>
        <p:spPr>
          <a:xfrm>
            <a:off x="6001363" y="5511016"/>
            <a:ext cx="247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dw_pi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90C07-E3E9-4137-A72E-F1911E1D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 descr="O Que É Business Intelligence E Para Que Serve O BI na Empresa?">
            <a:extLst>
              <a:ext uri="{FF2B5EF4-FFF2-40B4-BE49-F238E27FC236}">
                <a16:creationId xmlns:a16="http://schemas.microsoft.com/office/drawing/2014/main" id="{88D6C989-24AF-409C-A355-87F2641359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9955"/>
            <a:ext cx="12192000" cy="6927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74D4530-7FE5-4951-8F3B-7862F67869A6}"/>
              </a:ext>
            </a:extLst>
          </p:cNvPr>
          <p:cNvSpPr txBox="1"/>
          <p:nvPr/>
        </p:nvSpPr>
        <p:spPr>
          <a:xfrm>
            <a:off x="838200" y="221672"/>
            <a:ext cx="10732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i="1" dirty="0">
                <a:solidFill>
                  <a:schemeClr val="bg1"/>
                </a:solidFill>
              </a:rPr>
              <a:t>ESQUEMA DE NAVEGAÇÃO ESCOLHIDO - Estrela</a:t>
            </a:r>
          </a:p>
        </p:txBody>
      </p:sp>
    </p:spTree>
    <p:extLst>
      <p:ext uri="{BB962C8B-B14F-4D97-AF65-F5344CB8AC3E}">
        <p14:creationId xmlns:p14="http://schemas.microsoft.com/office/powerpoint/2010/main" val="286840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716CDFC-E4BE-4EEA-9D6B-953AB9FAC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269" y="0"/>
            <a:ext cx="12286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4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048323E-25B8-49AB-9382-8A19F5BD1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49" y="397933"/>
            <a:ext cx="12202349" cy="6460067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732ED66-EB07-4F52-9364-E8CE96FA9353}"/>
              </a:ext>
            </a:extLst>
          </p:cNvPr>
          <p:cNvSpPr/>
          <p:nvPr/>
        </p:nvSpPr>
        <p:spPr>
          <a:xfrm>
            <a:off x="-10349" y="0"/>
            <a:ext cx="12202349" cy="7958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69D4C2-5B88-4558-A264-4DF53F64C20D}"/>
              </a:ext>
            </a:extLst>
          </p:cNvPr>
          <p:cNvSpPr txBox="1"/>
          <p:nvPr/>
        </p:nvSpPr>
        <p:spPr>
          <a:xfrm>
            <a:off x="0" y="67733"/>
            <a:ext cx="12073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CUBO OLAP - VISUALIZAÇÃO</a:t>
            </a:r>
          </a:p>
        </p:txBody>
      </p:sp>
    </p:spTree>
    <p:extLst>
      <p:ext uri="{BB962C8B-B14F-4D97-AF65-F5344CB8AC3E}">
        <p14:creationId xmlns:p14="http://schemas.microsoft.com/office/powerpoint/2010/main" val="1884522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96BB4-B73E-44C4-A179-ABE9D9AB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6BE88-B6B4-437F-BE5A-CB339E481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2FCF2F-ED8E-4AC0-A16E-C1BCD4272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C55B2B9-BE81-4C3B-BFE9-0E4A2BB83F4F}"/>
              </a:ext>
            </a:extLst>
          </p:cNvPr>
          <p:cNvSpPr txBox="1"/>
          <p:nvPr/>
        </p:nvSpPr>
        <p:spPr>
          <a:xfrm>
            <a:off x="1657927" y="41959"/>
            <a:ext cx="8876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i="1" dirty="0"/>
              <a:t>DATA MINING</a:t>
            </a:r>
          </a:p>
        </p:txBody>
      </p:sp>
    </p:spTree>
    <p:extLst>
      <p:ext uri="{BB962C8B-B14F-4D97-AF65-F5344CB8AC3E}">
        <p14:creationId xmlns:p14="http://schemas.microsoft.com/office/powerpoint/2010/main" val="3211315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57C74-C28E-4DD7-8515-990C042D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37368"/>
          </a:xfrm>
        </p:spPr>
        <p:txBody>
          <a:bodyPr/>
          <a:lstStyle/>
          <a:p>
            <a:pPr algn="r"/>
            <a:r>
              <a:rPr lang="pt-BR" dirty="0" err="1"/>
              <a:t>Dim</a:t>
            </a:r>
            <a:r>
              <a:rPr lang="pt-BR" dirty="0"/>
              <a:t> edifício x </a:t>
            </a:r>
            <a:r>
              <a:rPr lang="pt-BR" dirty="0" err="1"/>
              <a:t>dim</a:t>
            </a:r>
            <a:r>
              <a:rPr lang="pt-BR" dirty="0"/>
              <a:t> placa solar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0BB29F9-35F9-41F7-A96A-F55CA9A50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32" y="1155294"/>
            <a:ext cx="10082134" cy="54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4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19F08-EF8C-4499-9636-32CC090C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pt-BR" dirty="0" err="1"/>
              <a:t>Dim</a:t>
            </a:r>
            <a:r>
              <a:rPr lang="pt-BR" dirty="0"/>
              <a:t> Ar condicionado x </a:t>
            </a:r>
            <a:r>
              <a:rPr lang="pt-BR" dirty="0" err="1"/>
              <a:t>dim</a:t>
            </a:r>
            <a:r>
              <a:rPr lang="pt-BR" dirty="0"/>
              <a:t> tempo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095559-E295-425A-94ED-1FDA4DF9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45" y="1430454"/>
            <a:ext cx="9877609" cy="50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50320-B7EE-44A7-9F11-93A729B0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 err="1"/>
              <a:t>Dim</a:t>
            </a:r>
            <a:r>
              <a:rPr lang="pt-BR" dirty="0"/>
              <a:t> radiação solar x </a:t>
            </a:r>
            <a:r>
              <a:rPr lang="pt-BR" dirty="0" err="1"/>
              <a:t>dim</a:t>
            </a:r>
            <a:r>
              <a:rPr lang="pt-BR" dirty="0"/>
              <a:t> tempo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C00A41-68CA-4024-A909-EFF291E8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84" y="1356967"/>
            <a:ext cx="9007621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28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5FE842F-9EA6-474F-B6A0-1D70CD8F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21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B28545E2-E083-4EE6-903E-5B6140F19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83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59C7338-8FDF-4D30-8104-5ECC8790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046" y="401962"/>
            <a:ext cx="7421908" cy="605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18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D16D233-0CBC-493C-8EDE-2CEDEBC82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688" y="460944"/>
            <a:ext cx="8519071" cy="593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97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8D84D53-191E-4BA9-B0BD-C380D996C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050" y="379056"/>
            <a:ext cx="8030744" cy="580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8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2A146-4620-41C0-A45E-2C151FDC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 Definição e disposição dos equipamentos de geração de energia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ACB1B1DD-3E5E-48EA-B049-3516C4F90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587" y="1739245"/>
            <a:ext cx="9121979" cy="4916078"/>
          </a:xfrm>
        </p:spPr>
      </p:pic>
    </p:spTree>
    <p:extLst>
      <p:ext uri="{BB962C8B-B14F-4D97-AF65-F5344CB8AC3E}">
        <p14:creationId xmlns:p14="http://schemas.microsoft.com/office/powerpoint/2010/main" val="2210947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66F15-05B8-4FF3-9E37-3D459D823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812" y="466628"/>
            <a:ext cx="10178322" cy="1635550"/>
          </a:xfrm>
        </p:spPr>
        <p:txBody>
          <a:bodyPr/>
          <a:lstStyle/>
          <a:p>
            <a:r>
              <a:rPr lang="pt-BR" dirty="0"/>
              <a:t>Foi definido buscar atingir ou chegar próximo de atingir a eficiência energética em dois edifícios principais, o Setor Administrativo e a Unidade de Produção Principal, pois os dois representam partes de suma importância para a indústria, podendo ser considerados o cérebro e o coração da Indústria.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196567-6B66-4B4D-9F40-EB1746F02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470" y="2102178"/>
            <a:ext cx="8946037" cy="341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2637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Sel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Sel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223</TotalTime>
  <Words>131</Words>
  <Application>Microsoft Office PowerPoint</Application>
  <PresentationFormat>Widescreen</PresentationFormat>
  <Paragraphs>18</Paragraphs>
  <Slides>19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Gill Sans MT</vt:lpstr>
      <vt:lpstr>Impact</vt:lpstr>
      <vt:lpstr>Whitney</vt:lpstr>
      <vt:lpstr>Selo</vt:lpstr>
      <vt:lpstr>PROJETO INTEGRADOR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Dim edifício x dim placa solar</vt:lpstr>
      <vt:lpstr>Dim Ar condicionado x dim tempo</vt:lpstr>
      <vt:lpstr>Dim radiação solar x dim tempo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Definição e disposição dos equipamentos de geração de energia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 gotardo</dc:creator>
  <cp:lastModifiedBy>Fabricio Correa de Souza</cp:lastModifiedBy>
  <cp:revision>11</cp:revision>
  <dcterms:created xsi:type="dcterms:W3CDTF">2022-03-19T18:08:02Z</dcterms:created>
  <dcterms:modified xsi:type="dcterms:W3CDTF">2022-04-10T23:20:55Z</dcterms:modified>
</cp:coreProperties>
</file>